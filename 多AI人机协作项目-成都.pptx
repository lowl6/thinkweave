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5"/>
  </p:handoutMasterIdLst>
  <p:sldIdLst>
    <p:sldId id="284" r:id="rId3"/>
    <p:sldId id="296" r:id="rId5"/>
    <p:sldId id="313" r:id="rId6"/>
    <p:sldId id="314" r:id="rId7"/>
    <p:sldId id="315" r:id="rId8"/>
    <p:sldId id="316" r:id="rId9"/>
    <p:sldId id="317" r:id="rId10"/>
    <p:sldId id="320" r:id="rId11"/>
    <p:sldId id="318" r:id="rId12"/>
    <p:sldId id="319" r:id="rId13"/>
    <p:sldId id="290" r:id="rId1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WPS" initials="W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6FFF"/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78" autoAdjust="0"/>
    <p:restoredTop sz="94660"/>
  </p:normalViewPr>
  <p:slideViewPr>
    <p:cSldViewPr snapToGrid="0" showGuides="1">
      <p:cViewPr varScale="1">
        <p:scale>
          <a:sx n="47" d="100"/>
          <a:sy n="47" d="100"/>
        </p:scale>
        <p:origin x="27" y="327"/>
      </p:cViewPr>
      <p:guideLst>
        <p:guide orient="horz" pos="204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0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188000" y="2700000"/>
            <a:ext cx="6300000" cy="2520000"/>
          </a:xfrm>
        </p:spPr>
        <p:txBody>
          <a:bodyPr wrap="square" anchor="t">
            <a:normAutofit/>
          </a:bodyPr>
          <a:lstStyle>
            <a:lvl1pPr algn="l">
              <a:lnSpc>
                <a:spcPct val="100000"/>
              </a:lnSpc>
              <a:defRPr sz="6400">
                <a:gradFill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1800000" scaled="0"/>
                </a:gra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188000" y="1584000"/>
            <a:ext cx="6300000" cy="864000"/>
          </a:xfrm>
        </p:spPr>
        <p:txBody>
          <a:bodyPr wrap="square"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 i="1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0" scaled="0"/>
                </a:gra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1188000" y="756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1188000" y="5580000"/>
            <a:ext cx="208800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9" name="任意多边形: 形状 8"/>
          <p:cNvSpPr/>
          <p:nvPr userDrawn="1">
            <p:custDataLst>
              <p:tags r:id="rId10"/>
            </p:custDataLst>
          </p:nvPr>
        </p:nvSpPr>
        <p:spPr>
          <a:xfrm>
            <a:off x="8303481" y="1"/>
            <a:ext cx="3888439" cy="2990663"/>
          </a:xfrm>
          <a:custGeom>
            <a:avLst/>
            <a:gdLst>
              <a:gd name="connsiteX0" fmla="*/ 701222 w 3888439"/>
              <a:gd name="connsiteY0" fmla="*/ 0 h 2990663"/>
              <a:gd name="connsiteX1" fmla="*/ 1837804 w 3888439"/>
              <a:gd name="connsiteY1" fmla="*/ 0 h 2990663"/>
              <a:gd name="connsiteX2" fmla="*/ 1073370 w 3888439"/>
              <a:gd name="connsiteY2" fmla="*/ 764434 h 2990663"/>
              <a:gd name="connsiteX3" fmla="*/ 1073369 w 3888439"/>
              <a:gd name="connsiteY3" fmla="*/ 1917293 h 2990663"/>
              <a:gd name="connsiteX4" fmla="*/ 2226228 w 3888439"/>
              <a:gd name="connsiteY4" fmla="*/ 1917293 h 2990663"/>
              <a:gd name="connsiteX5" fmla="*/ 3888439 w 3888439"/>
              <a:gd name="connsiteY5" fmla="*/ 255082 h 2990663"/>
              <a:gd name="connsiteX6" fmla="*/ 3888439 w 3888439"/>
              <a:gd name="connsiteY6" fmla="*/ 1391667 h 2990663"/>
              <a:gd name="connsiteX7" fmla="*/ 2763601 w 3888439"/>
              <a:gd name="connsiteY7" fmla="*/ 2516504 h 2990663"/>
              <a:gd name="connsiteX8" fmla="*/ 474159 w 3888439"/>
              <a:gd name="connsiteY8" fmla="*/ 2516504 h 2990663"/>
              <a:gd name="connsiteX9" fmla="*/ 474159 w 3888439"/>
              <a:gd name="connsiteY9" fmla="*/ 2516505 h 2990663"/>
              <a:gd name="connsiteX10" fmla="*/ 474159 w 3888439"/>
              <a:gd name="connsiteY10" fmla="*/ 227063 h 2990663"/>
              <a:gd name="connsiteX11" fmla="*/ 701222 w 3888439"/>
              <a:gd name="connsiteY11" fmla="*/ 0 h 2990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88439" h="2990663">
                <a:moveTo>
                  <a:pt x="701222" y="0"/>
                </a:moveTo>
                <a:lnTo>
                  <a:pt x="1837804" y="0"/>
                </a:lnTo>
                <a:lnTo>
                  <a:pt x="1073370" y="764434"/>
                </a:lnTo>
                <a:cubicBezTo>
                  <a:pt x="755017" y="1082787"/>
                  <a:pt x="755017" y="1598941"/>
                  <a:pt x="1073369" y="1917293"/>
                </a:cubicBezTo>
                <a:cubicBezTo>
                  <a:pt x="1391723" y="2235647"/>
                  <a:pt x="1907876" y="2235648"/>
                  <a:pt x="2226228" y="1917293"/>
                </a:cubicBezTo>
                <a:lnTo>
                  <a:pt x="3888439" y="255082"/>
                </a:lnTo>
                <a:lnTo>
                  <a:pt x="3888439" y="1391667"/>
                </a:lnTo>
                <a:lnTo>
                  <a:pt x="2763601" y="2516504"/>
                </a:lnTo>
                <a:cubicBezTo>
                  <a:pt x="2131388" y="3148717"/>
                  <a:pt x="1106371" y="3148716"/>
                  <a:pt x="474159" y="2516504"/>
                </a:cubicBezTo>
                <a:lnTo>
                  <a:pt x="474159" y="2516505"/>
                </a:lnTo>
                <a:cubicBezTo>
                  <a:pt x="-158053" y="1884293"/>
                  <a:pt x="-158053" y="859275"/>
                  <a:pt x="474159" y="227063"/>
                </a:cubicBezTo>
                <a:lnTo>
                  <a:pt x="701222" y="0"/>
                </a:lnTo>
                <a:close/>
              </a:path>
            </a:pathLst>
          </a:custGeom>
          <a:solidFill>
            <a:schemeClr val="accent1"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7" name="任意多边形: 形状 16"/>
          <p:cNvSpPr/>
          <p:nvPr userDrawn="1">
            <p:custDataLst>
              <p:tags r:id="rId11"/>
            </p:custDataLst>
          </p:nvPr>
        </p:nvSpPr>
        <p:spPr>
          <a:xfrm>
            <a:off x="140" y="4031014"/>
            <a:ext cx="3367833" cy="2826723"/>
          </a:xfrm>
          <a:custGeom>
            <a:avLst/>
            <a:gdLst>
              <a:gd name="connsiteX0" fmla="*/ 1739345 w 3367833"/>
              <a:gd name="connsiteY0" fmla="*/ 27 h 2826723"/>
              <a:gd name="connsiteX1" fmla="*/ 2879022 w 3367833"/>
              <a:gd name="connsiteY1" fmla="*/ 459570 h 2826723"/>
              <a:gd name="connsiteX2" fmla="*/ 2893839 w 3367833"/>
              <a:gd name="connsiteY2" fmla="*/ 474387 h 2826723"/>
              <a:gd name="connsiteX3" fmla="*/ 2908656 w 3367833"/>
              <a:gd name="connsiteY3" fmla="*/ 489203 h 2826723"/>
              <a:gd name="connsiteX4" fmla="*/ 2893816 w 3367833"/>
              <a:gd name="connsiteY4" fmla="*/ 2763402 h 2826723"/>
              <a:gd name="connsiteX5" fmla="*/ 2830506 w 3367833"/>
              <a:gd name="connsiteY5" fmla="*/ 2826712 h 2826723"/>
              <a:gd name="connsiteX6" fmla="*/ 1693631 w 3367833"/>
              <a:gd name="connsiteY6" fmla="*/ 2826723 h 2826723"/>
              <a:gd name="connsiteX7" fmla="*/ 2294403 w 3367833"/>
              <a:gd name="connsiteY7" fmla="*/ 2225952 h 2826723"/>
              <a:gd name="connsiteX8" fmla="*/ 2294414 w 3367833"/>
              <a:gd name="connsiteY8" fmla="*/ 1073811 h 2826723"/>
              <a:gd name="connsiteX9" fmla="*/ 1141825 w 3367833"/>
              <a:gd name="connsiteY9" fmla="*/ 1073374 h 2826723"/>
              <a:gd name="connsiteX10" fmla="*/ 0 w 3367833"/>
              <a:gd name="connsiteY10" fmla="*/ 2215198 h 2826723"/>
              <a:gd name="connsiteX11" fmla="*/ 11 w 3367833"/>
              <a:gd name="connsiteY11" fmla="*/ 1078324 h 2826723"/>
              <a:gd name="connsiteX12" fmla="*/ 604375 w 3367833"/>
              <a:gd name="connsiteY12" fmla="*/ 473960 h 2826723"/>
              <a:gd name="connsiteX13" fmla="*/ 1739345 w 3367833"/>
              <a:gd name="connsiteY13" fmla="*/ 27 h 282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367833" h="2826723">
                <a:moveTo>
                  <a:pt x="1739345" y="27"/>
                </a:moveTo>
                <a:cubicBezTo>
                  <a:pt x="2150407" y="-2335"/>
                  <a:pt x="2562254" y="150884"/>
                  <a:pt x="2879022" y="459570"/>
                </a:cubicBezTo>
                <a:lnTo>
                  <a:pt x="2893839" y="474387"/>
                </a:lnTo>
                <a:lnTo>
                  <a:pt x="2908656" y="489203"/>
                </a:lnTo>
                <a:cubicBezTo>
                  <a:pt x="3525579" y="1122291"/>
                  <a:pt x="3521079" y="2136139"/>
                  <a:pt x="2893816" y="2763402"/>
                </a:cubicBezTo>
                <a:lnTo>
                  <a:pt x="2830506" y="2826712"/>
                </a:lnTo>
                <a:lnTo>
                  <a:pt x="1693631" y="2826723"/>
                </a:lnTo>
                <a:lnTo>
                  <a:pt x="2294403" y="2225952"/>
                </a:lnTo>
                <a:cubicBezTo>
                  <a:pt x="2612749" y="1907606"/>
                  <a:pt x="2612754" y="1392151"/>
                  <a:pt x="2294414" y="1073811"/>
                </a:cubicBezTo>
                <a:cubicBezTo>
                  <a:pt x="1976075" y="755471"/>
                  <a:pt x="1460171" y="755028"/>
                  <a:pt x="1141825" y="1073374"/>
                </a:cubicBezTo>
                <a:lnTo>
                  <a:pt x="0" y="2215198"/>
                </a:lnTo>
                <a:lnTo>
                  <a:pt x="11" y="1078324"/>
                </a:lnTo>
                <a:lnTo>
                  <a:pt x="604375" y="473960"/>
                </a:lnTo>
                <a:cubicBezTo>
                  <a:pt x="918006" y="160329"/>
                  <a:pt x="1328284" y="2388"/>
                  <a:pt x="1739345" y="27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0" name="任意多边形: 形状 19"/>
          <p:cNvSpPr/>
          <p:nvPr userDrawn="1">
            <p:custDataLst>
              <p:tags r:id="rId12"/>
            </p:custDataLst>
          </p:nvPr>
        </p:nvSpPr>
        <p:spPr>
          <a:xfrm>
            <a:off x="7951867" y="1"/>
            <a:ext cx="4240054" cy="5117611"/>
          </a:xfrm>
          <a:custGeom>
            <a:avLst/>
            <a:gdLst>
              <a:gd name="connsiteX0" fmla="*/ 2828170 w 4240054"/>
              <a:gd name="connsiteY0" fmla="*/ 0 h 5117611"/>
              <a:gd name="connsiteX1" fmla="*/ 3964752 w 4240054"/>
              <a:gd name="connsiteY1" fmla="*/ 0 h 5117611"/>
              <a:gd name="connsiteX2" fmla="*/ 1073370 w 4240054"/>
              <a:gd name="connsiteY2" fmla="*/ 2891382 h 5117611"/>
              <a:gd name="connsiteX3" fmla="*/ 1073369 w 4240054"/>
              <a:gd name="connsiteY3" fmla="*/ 4044241 h 5117611"/>
              <a:gd name="connsiteX4" fmla="*/ 2226228 w 4240054"/>
              <a:gd name="connsiteY4" fmla="*/ 4044241 h 5117611"/>
              <a:gd name="connsiteX5" fmla="*/ 4240053 w 4240054"/>
              <a:gd name="connsiteY5" fmla="*/ 2030415 h 5117611"/>
              <a:gd name="connsiteX6" fmla="*/ 4240054 w 4240054"/>
              <a:gd name="connsiteY6" fmla="*/ 3166999 h 5117611"/>
              <a:gd name="connsiteX7" fmla="*/ 2763600 w 4240054"/>
              <a:gd name="connsiteY7" fmla="*/ 4643452 h 5117611"/>
              <a:gd name="connsiteX8" fmla="*/ 597109 w 4240054"/>
              <a:gd name="connsiteY8" fmla="*/ 4754583 h 5117611"/>
              <a:gd name="connsiteX9" fmla="*/ 474159 w 4240054"/>
              <a:gd name="connsiteY9" fmla="*/ 4643453 h 5117611"/>
              <a:gd name="connsiteX10" fmla="*/ 363028 w 4240054"/>
              <a:gd name="connsiteY10" fmla="*/ 4520502 h 5117611"/>
              <a:gd name="connsiteX11" fmla="*/ 474159 w 4240054"/>
              <a:gd name="connsiteY11" fmla="*/ 2354011 h 5117611"/>
              <a:gd name="connsiteX12" fmla="*/ 2828170 w 4240054"/>
              <a:gd name="connsiteY12" fmla="*/ 0 h 5117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054" h="5117611">
                <a:moveTo>
                  <a:pt x="2828170" y="0"/>
                </a:moveTo>
                <a:lnTo>
                  <a:pt x="3964752" y="0"/>
                </a:lnTo>
                <a:lnTo>
                  <a:pt x="1073370" y="2891382"/>
                </a:lnTo>
                <a:cubicBezTo>
                  <a:pt x="755017" y="3209735"/>
                  <a:pt x="755017" y="3725889"/>
                  <a:pt x="1073369" y="4044241"/>
                </a:cubicBezTo>
                <a:cubicBezTo>
                  <a:pt x="1391723" y="4362595"/>
                  <a:pt x="1907875" y="4362595"/>
                  <a:pt x="2226228" y="4044241"/>
                </a:cubicBezTo>
                <a:lnTo>
                  <a:pt x="4240053" y="2030415"/>
                </a:lnTo>
                <a:lnTo>
                  <a:pt x="4240054" y="3166999"/>
                </a:lnTo>
                <a:lnTo>
                  <a:pt x="2763600" y="4643452"/>
                </a:lnTo>
                <a:cubicBezTo>
                  <a:pt x="2170901" y="5236151"/>
                  <a:pt x="1232963" y="5273195"/>
                  <a:pt x="597109" y="4754583"/>
                </a:cubicBezTo>
                <a:lnTo>
                  <a:pt x="474159" y="4643453"/>
                </a:lnTo>
                <a:lnTo>
                  <a:pt x="363028" y="4520502"/>
                </a:lnTo>
                <a:cubicBezTo>
                  <a:pt x="-155583" y="3884647"/>
                  <a:pt x="-118540" y="2946710"/>
                  <a:pt x="474159" y="2354011"/>
                </a:cubicBezTo>
                <a:lnTo>
                  <a:pt x="28281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368000" y="874800"/>
            <a:ext cx="3456000" cy="1081088"/>
          </a:xfrm>
          <a:noFill/>
        </p:spPr>
        <p:txBody>
          <a:bodyPr wrap="square" anchor="ctr">
            <a:normAutofit/>
          </a:bodyPr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6" name="任意多边形: 形状 15"/>
          <p:cNvSpPr/>
          <p:nvPr userDrawn="1">
            <p:custDataLst>
              <p:tags r:id="rId7"/>
            </p:custDataLst>
          </p:nvPr>
        </p:nvSpPr>
        <p:spPr>
          <a:xfrm>
            <a:off x="0" y="1"/>
            <a:ext cx="3257576" cy="1491245"/>
          </a:xfrm>
          <a:custGeom>
            <a:avLst/>
            <a:gdLst>
              <a:gd name="connsiteX0" fmla="*/ 2403742 w 3257576"/>
              <a:gd name="connsiteY0" fmla="*/ 0 h 1491245"/>
              <a:gd name="connsiteX1" fmla="*/ 3257576 w 3257576"/>
              <a:gd name="connsiteY1" fmla="*/ 0 h 1491245"/>
              <a:gd name="connsiteX2" fmla="*/ 3255663 w 3257576"/>
              <a:gd name="connsiteY2" fmla="*/ 37886 h 1491245"/>
              <a:gd name="connsiteX3" fmla="*/ 1645141 w 3257576"/>
              <a:gd name="connsiteY3" fmla="*/ 1491245 h 1491245"/>
              <a:gd name="connsiteX4" fmla="*/ 0 w 3257576"/>
              <a:gd name="connsiteY4" fmla="*/ 1491245 h 1491245"/>
              <a:gd name="connsiteX5" fmla="*/ 0 w 3257576"/>
              <a:gd name="connsiteY5" fmla="*/ 687558 h 1491245"/>
              <a:gd name="connsiteX6" fmla="*/ 1601415 w 3257576"/>
              <a:gd name="connsiteY6" fmla="*/ 687558 h 1491245"/>
              <a:gd name="connsiteX7" fmla="*/ 2400047 w 3257576"/>
              <a:gd name="connsiteY7" fmla="*/ 36654 h 149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57576" h="1491245">
                <a:moveTo>
                  <a:pt x="2403742" y="0"/>
                </a:moveTo>
                <a:lnTo>
                  <a:pt x="3257576" y="0"/>
                </a:lnTo>
                <a:lnTo>
                  <a:pt x="3255663" y="37886"/>
                </a:lnTo>
                <a:cubicBezTo>
                  <a:pt x="3172760" y="854217"/>
                  <a:pt x="2483344" y="1491245"/>
                  <a:pt x="1645141" y="1491245"/>
                </a:cubicBezTo>
                <a:lnTo>
                  <a:pt x="0" y="1491245"/>
                </a:lnTo>
                <a:lnTo>
                  <a:pt x="0" y="687558"/>
                </a:lnTo>
                <a:lnTo>
                  <a:pt x="1601415" y="687558"/>
                </a:lnTo>
                <a:cubicBezTo>
                  <a:pt x="1995357" y="687558"/>
                  <a:pt x="2324033" y="408124"/>
                  <a:pt x="2400047" y="36654"/>
                </a:cubicBezTo>
                <a:close/>
              </a:path>
            </a:pathLst>
          </a:custGeom>
          <a:solidFill>
            <a:schemeClr val="accent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任意多边形: 形状 12"/>
          <p:cNvSpPr/>
          <p:nvPr userDrawn="1">
            <p:custDataLst>
              <p:tags r:id="rId8"/>
            </p:custDataLst>
          </p:nvPr>
        </p:nvSpPr>
        <p:spPr>
          <a:xfrm>
            <a:off x="8581100" y="5555986"/>
            <a:ext cx="3610900" cy="1302015"/>
          </a:xfrm>
          <a:custGeom>
            <a:avLst/>
            <a:gdLst>
              <a:gd name="connsiteX0" fmla="*/ 1580630 w 3610900"/>
              <a:gd name="connsiteY0" fmla="*/ 0 h 1302015"/>
              <a:gd name="connsiteX1" fmla="*/ 3610900 w 3610900"/>
              <a:gd name="connsiteY1" fmla="*/ 0 h 1302015"/>
              <a:gd name="connsiteX2" fmla="*/ 3610900 w 3610900"/>
              <a:gd name="connsiteY2" fmla="*/ 803685 h 1302015"/>
              <a:gd name="connsiteX3" fmla="*/ 1624357 w 3610900"/>
              <a:gd name="connsiteY3" fmla="*/ 803685 h 1302015"/>
              <a:gd name="connsiteX4" fmla="*/ 873224 w 3610900"/>
              <a:gd name="connsiteY4" fmla="*/ 1301570 h 1302015"/>
              <a:gd name="connsiteX5" fmla="*/ 873086 w 3610900"/>
              <a:gd name="connsiteY5" fmla="*/ 1302015 h 1302015"/>
              <a:gd name="connsiteX6" fmla="*/ 0 w 3610900"/>
              <a:gd name="connsiteY6" fmla="*/ 1302015 h 1302015"/>
              <a:gd name="connsiteX7" fmla="*/ 28733 w 3610900"/>
              <a:gd name="connsiteY7" fmla="*/ 1156534 h 1302015"/>
              <a:gd name="connsiteX8" fmla="*/ 1580630 w 3610900"/>
              <a:gd name="connsiteY8" fmla="*/ 0 h 1302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0900" h="1302015">
                <a:moveTo>
                  <a:pt x="1580630" y="0"/>
                </a:moveTo>
                <a:lnTo>
                  <a:pt x="3610900" y="0"/>
                </a:lnTo>
                <a:lnTo>
                  <a:pt x="3610900" y="803685"/>
                </a:lnTo>
                <a:lnTo>
                  <a:pt x="1624357" y="803685"/>
                </a:lnTo>
                <a:cubicBezTo>
                  <a:pt x="1286693" y="803685"/>
                  <a:pt x="996978" y="1008984"/>
                  <a:pt x="873224" y="1301570"/>
                </a:cubicBezTo>
                <a:lnTo>
                  <a:pt x="873086" y="1302015"/>
                </a:lnTo>
                <a:lnTo>
                  <a:pt x="0" y="1302015"/>
                </a:lnTo>
                <a:lnTo>
                  <a:pt x="28733" y="1156534"/>
                </a:lnTo>
                <a:cubicBezTo>
                  <a:pt x="227690" y="487725"/>
                  <a:pt x="847202" y="0"/>
                  <a:pt x="1580630" y="0"/>
                </a:cubicBezTo>
                <a:close/>
              </a:path>
            </a:pathLst>
          </a:custGeom>
          <a:solidFill>
            <a:schemeClr val="accent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776000" y="3546000"/>
            <a:ext cx="8640000" cy="1404000"/>
          </a:xfrm>
        </p:spPr>
        <p:txBody>
          <a:bodyPr wrap="square" anchor="t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2015000" y="1512000"/>
            <a:ext cx="8162000" cy="1800000"/>
          </a:xfrm>
        </p:spPr>
        <p:txBody>
          <a:bodyPr wrap="none" anchor="b">
            <a:normAutofit/>
          </a:bodyPr>
          <a:lstStyle>
            <a:lvl1pPr marL="0" indent="0" algn="ctr">
              <a:buNone/>
              <a:defRPr sz="5400" b="1">
                <a:solidFill>
                  <a:schemeClr val="tx1">
                    <a:alpha val="68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8"/>
            </p:custDataLst>
          </p:nvPr>
        </p:nvSpPr>
        <p:spPr>
          <a:xfrm>
            <a:off x="7817360" y="0"/>
            <a:ext cx="3890328" cy="1601706"/>
          </a:xfrm>
          <a:custGeom>
            <a:avLst/>
            <a:gdLst>
              <a:gd name="connsiteX0" fmla="*/ 0 w 3890328"/>
              <a:gd name="connsiteY0" fmla="*/ 0 h 1601706"/>
              <a:gd name="connsiteX1" fmla="*/ 838394 w 3890328"/>
              <a:gd name="connsiteY1" fmla="*/ 0 h 1601706"/>
              <a:gd name="connsiteX2" fmla="*/ 848708 w 3890328"/>
              <a:gd name="connsiteY2" fmla="*/ 107604 h 1601706"/>
              <a:gd name="connsiteX3" fmla="*/ 1072549 w 3890328"/>
              <a:gd name="connsiteY3" fmla="*/ 528336 h 1601706"/>
              <a:gd name="connsiteX4" fmla="*/ 2225407 w 3890328"/>
              <a:gd name="connsiteY4" fmla="*/ 528336 h 1601706"/>
              <a:gd name="connsiteX5" fmla="*/ 2753744 w 3890328"/>
              <a:gd name="connsiteY5" fmla="*/ 0 h 1601706"/>
              <a:gd name="connsiteX6" fmla="*/ 3890328 w 3890328"/>
              <a:gd name="connsiteY6" fmla="*/ 0 h 1601706"/>
              <a:gd name="connsiteX7" fmla="*/ 2762780 w 3890328"/>
              <a:gd name="connsiteY7" fmla="*/ 1127547 h 1601706"/>
              <a:gd name="connsiteX8" fmla="*/ 473338 w 3890328"/>
              <a:gd name="connsiteY8" fmla="*/ 1127547 h 1601706"/>
              <a:gd name="connsiteX9" fmla="*/ 473339 w 3890328"/>
              <a:gd name="connsiteY9" fmla="*/ 1127547 h 1601706"/>
              <a:gd name="connsiteX10" fmla="*/ 6589 w 3890328"/>
              <a:gd name="connsiteY10" fmla="*/ 138000 h 1601706"/>
              <a:gd name="connsiteX11" fmla="*/ 0 w 3890328"/>
              <a:gd name="connsiteY11" fmla="*/ 0 h 1601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90328" h="1601706">
                <a:moveTo>
                  <a:pt x="0" y="0"/>
                </a:moveTo>
                <a:lnTo>
                  <a:pt x="838394" y="0"/>
                </a:lnTo>
                <a:lnTo>
                  <a:pt x="848708" y="107604"/>
                </a:lnTo>
                <a:cubicBezTo>
                  <a:pt x="878552" y="261756"/>
                  <a:pt x="953167" y="408954"/>
                  <a:pt x="1072549" y="528336"/>
                </a:cubicBezTo>
                <a:cubicBezTo>
                  <a:pt x="1390903" y="846689"/>
                  <a:pt x="1907055" y="846689"/>
                  <a:pt x="2225407" y="528336"/>
                </a:cubicBezTo>
                <a:lnTo>
                  <a:pt x="2753744" y="0"/>
                </a:lnTo>
                <a:lnTo>
                  <a:pt x="3890328" y="0"/>
                </a:lnTo>
                <a:lnTo>
                  <a:pt x="2762780" y="1127547"/>
                </a:lnTo>
                <a:cubicBezTo>
                  <a:pt x="2130568" y="1759759"/>
                  <a:pt x="1105550" y="1759759"/>
                  <a:pt x="473338" y="1127547"/>
                </a:cubicBezTo>
                <a:lnTo>
                  <a:pt x="473339" y="1127547"/>
                </a:lnTo>
                <a:cubicBezTo>
                  <a:pt x="196747" y="850955"/>
                  <a:pt x="41163" y="499176"/>
                  <a:pt x="6589" y="138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9"/>
            </p:custDataLst>
          </p:nvPr>
        </p:nvSpPr>
        <p:spPr>
          <a:xfrm>
            <a:off x="9492675" y="0"/>
            <a:ext cx="2699325" cy="1533443"/>
          </a:xfrm>
          <a:custGeom>
            <a:avLst/>
            <a:gdLst>
              <a:gd name="connsiteX0" fmla="*/ 0 w 2699325"/>
              <a:gd name="connsiteY0" fmla="*/ 0 h 1533443"/>
              <a:gd name="connsiteX1" fmla="*/ 841678 w 2699325"/>
              <a:gd name="connsiteY1" fmla="*/ 1 h 1533443"/>
              <a:gd name="connsiteX2" fmla="*/ 845449 w 2699325"/>
              <a:gd name="connsiteY2" fmla="*/ 39341 h 1533443"/>
              <a:gd name="connsiteX3" fmla="*/ 1069290 w 2699325"/>
              <a:gd name="connsiteY3" fmla="*/ 460073 h 1533443"/>
              <a:gd name="connsiteX4" fmla="*/ 2222148 w 2699325"/>
              <a:gd name="connsiteY4" fmla="*/ 460073 h 1533443"/>
              <a:gd name="connsiteX5" fmla="*/ 2682222 w 2699325"/>
              <a:gd name="connsiteY5" fmla="*/ 1 h 1533443"/>
              <a:gd name="connsiteX6" fmla="*/ 2699325 w 2699325"/>
              <a:gd name="connsiteY6" fmla="*/ 1 h 1533443"/>
              <a:gd name="connsiteX7" fmla="*/ 2699325 w 2699325"/>
              <a:gd name="connsiteY7" fmla="*/ 1113693 h 1533443"/>
              <a:gd name="connsiteX8" fmla="*/ 2636570 w 2699325"/>
              <a:gd name="connsiteY8" fmla="*/ 1170415 h 1533443"/>
              <a:gd name="connsiteX9" fmla="*/ 470079 w 2699325"/>
              <a:gd name="connsiteY9" fmla="*/ 1059284 h 1533443"/>
              <a:gd name="connsiteX10" fmla="*/ 470080 w 2699325"/>
              <a:gd name="connsiteY10" fmla="*/ 1059284 h 1533443"/>
              <a:gd name="connsiteX11" fmla="*/ 3329 w 2699325"/>
              <a:gd name="connsiteY11" fmla="*/ 69737 h 1533443"/>
              <a:gd name="connsiteX12" fmla="*/ 0 w 2699325"/>
              <a:gd name="connsiteY12" fmla="*/ 0 h 153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9325" h="1533443">
                <a:moveTo>
                  <a:pt x="0" y="0"/>
                </a:moveTo>
                <a:lnTo>
                  <a:pt x="841678" y="1"/>
                </a:lnTo>
                <a:lnTo>
                  <a:pt x="845449" y="39341"/>
                </a:lnTo>
                <a:cubicBezTo>
                  <a:pt x="875293" y="193493"/>
                  <a:pt x="949908" y="340691"/>
                  <a:pt x="1069290" y="460073"/>
                </a:cubicBezTo>
                <a:cubicBezTo>
                  <a:pt x="1387644" y="778427"/>
                  <a:pt x="1903796" y="778427"/>
                  <a:pt x="2222148" y="460073"/>
                </a:cubicBezTo>
                <a:lnTo>
                  <a:pt x="2682222" y="1"/>
                </a:lnTo>
                <a:lnTo>
                  <a:pt x="2699325" y="1"/>
                </a:lnTo>
                <a:lnTo>
                  <a:pt x="2699325" y="1113693"/>
                </a:lnTo>
                <a:lnTo>
                  <a:pt x="2636570" y="1170415"/>
                </a:lnTo>
                <a:cubicBezTo>
                  <a:pt x="2000716" y="1689027"/>
                  <a:pt x="1062778" y="1651983"/>
                  <a:pt x="470079" y="1059284"/>
                </a:cubicBezTo>
                <a:lnTo>
                  <a:pt x="470080" y="1059284"/>
                </a:lnTo>
                <a:cubicBezTo>
                  <a:pt x="193487" y="782692"/>
                  <a:pt x="37904" y="430913"/>
                  <a:pt x="3329" y="6973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5" name="任意多边形: 形状 14"/>
          <p:cNvSpPr/>
          <p:nvPr userDrawn="1">
            <p:custDataLst>
              <p:tags r:id="rId10"/>
            </p:custDataLst>
          </p:nvPr>
        </p:nvSpPr>
        <p:spPr>
          <a:xfrm>
            <a:off x="0" y="4345312"/>
            <a:ext cx="2967027" cy="2512688"/>
          </a:xfrm>
          <a:custGeom>
            <a:avLst/>
            <a:gdLst>
              <a:gd name="connsiteX0" fmla="*/ 1348148 w 2967027"/>
              <a:gd name="connsiteY0" fmla="*/ 0 h 2512688"/>
              <a:gd name="connsiteX1" fmla="*/ 2492869 w 2967027"/>
              <a:gd name="connsiteY1" fmla="*/ 474159 h 2512688"/>
              <a:gd name="connsiteX2" fmla="*/ 2492869 w 2967027"/>
              <a:gd name="connsiteY2" fmla="*/ 474160 h 2512688"/>
              <a:gd name="connsiteX3" fmla="*/ 2700313 w 2967027"/>
              <a:gd name="connsiteY3" fmla="*/ 2509644 h 2512688"/>
              <a:gd name="connsiteX4" fmla="*/ 2698075 w 2967027"/>
              <a:gd name="connsiteY4" fmla="*/ 2512688 h 2512688"/>
              <a:gd name="connsiteX5" fmla="*/ 1607198 w 2967027"/>
              <a:gd name="connsiteY5" fmla="*/ 2512688 h 2512688"/>
              <a:gd name="connsiteX6" fmla="*/ 1893657 w 2967027"/>
              <a:gd name="connsiteY6" fmla="*/ 2226228 h 2512688"/>
              <a:gd name="connsiteX7" fmla="*/ 1893657 w 2967027"/>
              <a:gd name="connsiteY7" fmla="*/ 1073370 h 2512688"/>
              <a:gd name="connsiteX8" fmla="*/ 1317228 w 2967027"/>
              <a:gd name="connsiteY8" fmla="*/ 834606 h 2512688"/>
              <a:gd name="connsiteX9" fmla="*/ 740799 w 2967027"/>
              <a:gd name="connsiteY9" fmla="*/ 1073370 h 2512688"/>
              <a:gd name="connsiteX10" fmla="*/ 0 w 2967027"/>
              <a:gd name="connsiteY10" fmla="*/ 1814169 h 2512688"/>
              <a:gd name="connsiteX11" fmla="*/ 0 w 2967027"/>
              <a:gd name="connsiteY11" fmla="*/ 677587 h 2512688"/>
              <a:gd name="connsiteX12" fmla="*/ 203427 w 2967027"/>
              <a:gd name="connsiteY12" fmla="*/ 474159 h 2512688"/>
              <a:gd name="connsiteX13" fmla="*/ 1348148 w 2967027"/>
              <a:gd name="connsiteY13" fmla="*/ 0 h 2512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67027" h="2512688">
                <a:moveTo>
                  <a:pt x="1348148" y="0"/>
                </a:moveTo>
                <a:cubicBezTo>
                  <a:pt x="1762456" y="0"/>
                  <a:pt x="2176763" y="158053"/>
                  <a:pt x="2492869" y="474159"/>
                </a:cubicBezTo>
                <a:lnTo>
                  <a:pt x="2492869" y="474160"/>
                </a:lnTo>
                <a:cubicBezTo>
                  <a:pt x="3046055" y="1027346"/>
                  <a:pt x="3115202" y="1881273"/>
                  <a:pt x="2700313" y="2509644"/>
                </a:cubicBezTo>
                <a:lnTo>
                  <a:pt x="2698075" y="2512688"/>
                </a:lnTo>
                <a:lnTo>
                  <a:pt x="1607198" y="2512688"/>
                </a:lnTo>
                <a:lnTo>
                  <a:pt x="1893657" y="2226228"/>
                </a:lnTo>
                <a:cubicBezTo>
                  <a:pt x="2212010" y="1907876"/>
                  <a:pt x="2212010" y="1391723"/>
                  <a:pt x="1893657" y="1073370"/>
                </a:cubicBezTo>
                <a:cubicBezTo>
                  <a:pt x="1734481" y="914194"/>
                  <a:pt x="1525854" y="834606"/>
                  <a:pt x="1317228" y="834606"/>
                </a:cubicBezTo>
                <a:cubicBezTo>
                  <a:pt x="1108602" y="834606"/>
                  <a:pt x="899975" y="914193"/>
                  <a:pt x="740799" y="1073370"/>
                </a:cubicBezTo>
                <a:lnTo>
                  <a:pt x="0" y="1814169"/>
                </a:lnTo>
                <a:lnTo>
                  <a:pt x="0" y="677587"/>
                </a:lnTo>
                <a:lnTo>
                  <a:pt x="203427" y="474159"/>
                </a:lnTo>
                <a:cubicBezTo>
                  <a:pt x="519534" y="158053"/>
                  <a:pt x="933841" y="0"/>
                  <a:pt x="1348148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: 形状 42"/>
          <p:cNvSpPr/>
          <p:nvPr userDrawn="1">
            <p:custDataLst>
              <p:tags r:id="rId3"/>
            </p:custDataLst>
          </p:nvPr>
        </p:nvSpPr>
        <p:spPr>
          <a:xfrm>
            <a:off x="0" y="3971178"/>
            <a:ext cx="3368041" cy="2886822"/>
          </a:xfrm>
          <a:custGeom>
            <a:avLst/>
            <a:gdLst>
              <a:gd name="connsiteX0" fmla="*/ 1749162 w 3368041"/>
              <a:gd name="connsiteY0" fmla="*/ 1 h 2886822"/>
              <a:gd name="connsiteX1" fmla="*/ 2893883 w 3368041"/>
              <a:gd name="connsiteY1" fmla="*/ 474160 h 2886822"/>
              <a:gd name="connsiteX2" fmla="*/ 2893882 w 3368041"/>
              <a:gd name="connsiteY2" fmla="*/ 474161 h 2886822"/>
              <a:gd name="connsiteX3" fmla="*/ 2893882 w 3368041"/>
              <a:gd name="connsiteY3" fmla="*/ 2763603 h 2886822"/>
              <a:gd name="connsiteX4" fmla="*/ 2770663 w 3368041"/>
              <a:gd name="connsiteY4" fmla="*/ 2886822 h 2886822"/>
              <a:gd name="connsiteX5" fmla="*/ 1634078 w 3368041"/>
              <a:gd name="connsiteY5" fmla="*/ 2886822 h 2886822"/>
              <a:gd name="connsiteX6" fmla="*/ 2294671 w 3368041"/>
              <a:gd name="connsiteY6" fmla="*/ 2226229 h 2886822"/>
              <a:gd name="connsiteX7" fmla="*/ 2294671 w 3368041"/>
              <a:gd name="connsiteY7" fmla="*/ 1073371 h 2886822"/>
              <a:gd name="connsiteX8" fmla="*/ 1718242 w 3368041"/>
              <a:gd name="connsiteY8" fmla="*/ 834606 h 2886822"/>
              <a:gd name="connsiteX9" fmla="*/ 1141812 w 3368041"/>
              <a:gd name="connsiteY9" fmla="*/ 1073371 h 2886822"/>
              <a:gd name="connsiteX10" fmla="*/ 0 w 3368041"/>
              <a:gd name="connsiteY10" fmla="*/ 2215183 h 2886822"/>
              <a:gd name="connsiteX11" fmla="*/ 0 w 3368041"/>
              <a:gd name="connsiteY11" fmla="*/ 1078600 h 2886822"/>
              <a:gd name="connsiteX12" fmla="*/ 604441 w 3368041"/>
              <a:gd name="connsiteY12" fmla="*/ 474160 h 2886822"/>
              <a:gd name="connsiteX13" fmla="*/ 1749162 w 3368041"/>
              <a:gd name="connsiteY13" fmla="*/ 1 h 2886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368041" h="2886822">
                <a:moveTo>
                  <a:pt x="1749162" y="1"/>
                </a:moveTo>
                <a:cubicBezTo>
                  <a:pt x="2163469" y="0"/>
                  <a:pt x="2577777" y="158053"/>
                  <a:pt x="2893883" y="474160"/>
                </a:cubicBezTo>
                <a:lnTo>
                  <a:pt x="2893882" y="474161"/>
                </a:lnTo>
                <a:cubicBezTo>
                  <a:pt x="3526094" y="1106373"/>
                  <a:pt x="3526094" y="2131391"/>
                  <a:pt x="2893882" y="2763603"/>
                </a:cubicBezTo>
                <a:lnTo>
                  <a:pt x="2770663" y="2886822"/>
                </a:lnTo>
                <a:lnTo>
                  <a:pt x="1634078" y="2886822"/>
                </a:lnTo>
                <a:lnTo>
                  <a:pt x="2294671" y="2226229"/>
                </a:lnTo>
                <a:cubicBezTo>
                  <a:pt x="2613024" y="1907876"/>
                  <a:pt x="2613024" y="1391724"/>
                  <a:pt x="2294671" y="1073371"/>
                </a:cubicBezTo>
                <a:cubicBezTo>
                  <a:pt x="2135495" y="914195"/>
                  <a:pt x="1926868" y="834606"/>
                  <a:pt x="1718242" y="834606"/>
                </a:cubicBezTo>
                <a:cubicBezTo>
                  <a:pt x="1509615" y="834606"/>
                  <a:pt x="1300989" y="914194"/>
                  <a:pt x="1141812" y="1073371"/>
                </a:cubicBezTo>
                <a:lnTo>
                  <a:pt x="0" y="2215183"/>
                </a:lnTo>
                <a:lnTo>
                  <a:pt x="0" y="1078600"/>
                </a:lnTo>
                <a:lnTo>
                  <a:pt x="604441" y="474160"/>
                </a:lnTo>
                <a:cubicBezTo>
                  <a:pt x="920547" y="158053"/>
                  <a:pt x="1334855" y="0"/>
                  <a:pt x="1749162" y="1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1108800" y="1944000"/>
            <a:ext cx="6408000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gradFill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1108800" y="828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公司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1108800" y="4093200"/>
            <a:ext cx="288000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47" name="图形 45"/>
          <p:cNvSpPr/>
          <p:nvPr>
            <p:custDataLst>
              <p:tags r:id="rId10"/>
            </p:custDataLst>
          </p:nvPr>
        </p:nvSpPr>
        <p:spPr>
          <a:xfrm>
            <a:off x="9070308" y="0"/>
            <a:ext cx="3121692" cy="5295900"/>
          </a:xfrm>
          <a:custGeom>
            <a:avLst/>
            <a:gdLst>
              <a:gd name="connsiteX0" fmla="*/ 2257901 w 2342673"/>
              <a:gd name="connsiteY0" fmla="*/ 0 h 3974306"/>
              <a:gd name="connsiteX1" fmla="*/ 2342674 w 2342673"/>
              <a:gd name="connsiteY1" fmla="*/ 0 h 3974306"/>
              <a:gd name="connsiteX2" fmla="*/ 2342674 w 2342673"/>
              <a:gd name="connsiteY2" fmla="*/ 767715 h 3974306"/>
              <a:gd name="connsiteX3" fmla="*/ 805339 w 2342673"/>
              <a:gd name="connsiteY3" fmla="*/ 2304098 h 3974306"/>
              <a:gd name="connsiteX4" fmla="*/ 805339 w 2342673"/>
              <a:gd name="connsiteY4" fmla="*/ 3168968 h 3974306"/>
              <a:gd name="connsiteX5" fmla="*/ 1670209 w 2342673"/>
              <a:gd name="connsiteY5" fmla="*/ 3168968 h 3974306"/>
              <a:gd name="connsiteX6" fmla="*/ 2342674 w 2342673"/>
              <a:gd name="connsiteY6" fmla="*/ 2496503 h 3974306"/>
              <a:gd name="connsiteX7" fmla="*/ 2342674 w 2342673"/>
              <a:gd name="connsiteY7" fmla="*/ 3348990 h 3974306"/>
              <a:gd name="connsiteX8" fmla="*/ 2073116 w 2342673"/>
              <a:gd name="connsiteY8" fmla="*/ 3618548 h 3974306"/>
              <a:gd name="connsiteX9" fmla="*/ 355759 w 2342673"/>
              <a:gd name="connsiteY9" fmla="*/ 3618548 h 3974306"/>
              <a:gd name="connsiteX10" fmla="*/ 355759 w 2342673"/>
              <a:gd name="connsiteY10" fmla="*/ 3618548 h 3974306"/>
              <a:gd name="connsiteX11" fmla="*/ 355759 w 2342673"/>
              <a:gd name="connsiteY11" fmla="*/ 1901190 h 3974306"/>
              <a:gd name="connsiteX12" fmla="*/ 2257901 w 2342673"/>
              <a:gd name="connsiteY12" fmla="*/ 0 h 3974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42673" h="3974306">
                <a:moveTo>
                  <a:pt x="2257901" y="0"/>
                </a:moveTo>
                <a:lnTo>
                  <a:pt x="2342674" y="0"/>
                </a:lnTo>
                <a:lnTo>
                  <a:pt x="2342674" y="767715"/>
                </a:lnTo>
                <a:lnTo>
                  <a:pt x="805339" y="2304098"/>
                </a:lnTo>
                <a:cubicBezTo>
                  <a:pt x="566261" y="2543175"/>
                  <a:pt x="566261" y="2929890"/>
                  <a:pt x="805339" y="3168968"/>
                </a:cubicBezTo>
                <a:cubicBezTo>
                  <a:pt x="1044416" y="3408045"/>
                  <a:pt x="1431131" y="3408045"/>
                  <a:pt x="1670209" y="3168968"/>
                </a:cubicBezTo>
                <a:lnTo>
                  <a:pt x="2342674" y="2496503"/>
                </a:lnTo>
                <a:lnTo>
                  <a:pt x="2342674" y="3348990"/>
                </a:lnTo>
                <a:lnTo>
                  <a:pt x="2073116" y="3618548"/>
                </a:lnTo>
                <a:cubicBezTo>
                  <a:pt x="1598771" y="4092893"/>
                  <a:pt x="830104" y="4092893"/>
                  <a:pt x="355759" y="3618548"/>
                </a:cubicBezTo>
                <a:lnTo>
                  <a:pt x="355759" y="3618548"/>
                </a:lnTo>
                <a:cubicBezTo>
                  <a:pt x="-118586" y="3144203"/>
                  <a:pt x="-118586" y="2375535"/>
                  <a:pt x="355759" y="1901190"/>
                </a:cubicBezTo>
                <a:lnTo>
                  <a:pt x="225790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任意多边形: 形状 6"/>
          <p:cNvSpPr/>
          <p:nvPr userDrawn="1">
            <p:custDataLst>
              <p:tags r:id="rId11"/>
            </p:custDataLst>
          </p:nvPr>
        </p:nvSpPr>
        <p:spPr>
          <a:xfrm>
            <a:off x="9281163" y="0"/>
            <a:ext cx="2910837" cy="3267626"/>
          </a:xfrm>
          <a:custGeom>
            <a:avLst/>
            <a:gdLst>
              <a:gd name="connsiteX0" fmla="*/ 978185 w 2910837"/>
              <a:gd name="connsiteY0" fmla="*/ 0 h 3267626"/>
              <a:gd name="connsiteX1" fmla="*/ 2114766 w 2910837"/>
              <a:gd name="connsiteY1" fmla="*/ 1 h 3267626"/>
              <a:gd name="connsiteX2" fmla="*/ 1073370 w 2910837"/>
              <a:gd name="connsiteY2" fmla="*/ 1041397 h 3267626"/>
              <a:gd name="connsiteX3" fmla="*/ 1073370 w 2910837"/>
              <a:gd name="connsiteY3" fmla="*/ 2194256 h 3267626"/>
              <a:gd name="connsiteX4" fmla="*/ 2226228 w 2910837"/>
              <a:gd name="connsiteY4" fmla="*/ 2194256 h 3267626"/>
              <a:gd name="connsiteX5" fmla="*/ 2910837 w 2910837"/>
              <a:gd name="connsiteY5" fmla="*/ 1509647 h 3267626"/>
              <a:gd name="connsiteX6" fmla="*/ 2910837 w 2910837"/>
              <a:gd name="connsiteY6" fmla="*/ 2646231 h 3267626"/>
              <a:gd name="connsiteX7" fmla="*/ 2763601 w 2910837"/>
              <a:gd name="connsiteY7" fmla="*/ 2793466 h 3267626"/>
              <a:gd name="connsiteX8" fmla="*/ 597110 w 2910837"/>
              <a:gd name="connsiteY8" fmla="*/ 2904597 h 3267626"/>
              <a:gd name="connsiteX9" fmla="*/ 474160 w 2910837"/>
              <a:gd name="connsiteY9" fmla="*/ 2793467 h 3267626"/>
              <a:gd name="connsiteX10" fmla="*/ 363029 w 2910837"/>
              <a:gd name="connsiteY10" fmla="*/ 2670516 h 3267626"/>
              <a:gd name="connsiteX11" fmla="*/ 474160 w 2910837"/>
              <a:gd name="connsiteY11" fmla="*/ 504025 h 3267626"/>
              <a:gd name="connsiteX12" fmla="*/ 978185 w 2910837"/>
              <a:gd name="connsiteY12" fmla="*/ 0 h 3267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10837" h="3267626">
                <a:moveTo>
                  <a:pt x="978185" y="0"/>
                </a:moveTo>
                <a:lnTo>
                  <a:pt x="2114766" y="1"/>
                </a:lnTo>
                <a:lnTo>
                  <a:pt x="1073370" y="1041397"/>
                </a:lnTo>
                <a:cubicBezTo>
                  <a:pt x="755017" y="1359749"/>
                  <a:pt x="755017" y="1875903"/>
                  <a:pt x="1073370" y="2194256"/>
                </a:cubicBezTo>
                <a:cubicBezTo>
                  <a:pt x="1391723" y="2512609"/>
                  <a:pt x="1907876" y="2512609"/>
                  <a:pt x="2226228" y="2194256"/>
                </a:cubicBezTo>
                <a:lnTo>
                  <a:pt x="2910837" y="1509647"/>
                </a:lnTo>
                <a:lnTo>
                  <a:pt x="2910837" y="2646231"/>
                </a:lnTo>
                <a:lnTo>
                  <a:pt x="2763601" y="2793466"/>
                </a:lnTo>
                <a:cubicBezTo>
                  <a:pt x="2170902" y="3386166"/>
                  <a:pt x="1232964" y="3423210"/>
                  <a:pt x="597110" y="2904597"/>
                </a:cubicBezTo>
                <a:lnTo>
                  <a:pt x="474160" y="2793467"/>
                </a:lnTo>
                <a:lnTo>
                  <a:pt x="363029" y="2670516"/>
                </a:lnTo>
                <a:cubicBezTo>
                  <a:pt x="-155583" y="2034662"/>
                  <a:pt x="-118540" y="1096724"/>
                  <a:pt x="474160" y="504025"/>
                </a:cubicBezTo>
                <a:lnTo>
                  <a:pt x="978185" y="0"/>
                </a:lnTo>
                <a:close/>
              </a:path>
            </a:pathLst>
          </a:custGeom>
          <a:solidFill>
            <a:schemeClr val="accent1"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80.xml"/><Relationship Id="rId18" Type="http://schemas.openxmlformats.org/officeDocument/2006/relationships/tags" Target="../tags/tag79.xml"/><Relationship Id="rId17" Type="http://schemas.openxmlformats.org/officeDocument/2006/relationships/tags" Target="../tags/tag78.xml"/><Relationship Id="rId16" Type="http://schemas.openxmlformats.org/officeDocument/2006/relationships/tags" Target="../tags/tag77.xml"/><Relationship Id="rId15" Type="http://schemas.openxmlformats.org/officeDocument/2006/relationships/tags" Target="../tags/tag76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任意多边形: 形状 9"/>
          <p:cNvSpPr/>
          <p:nvPr userDrawn="1">
            <p:custDataLst>
              <p:tags r:id="rId18"/>
            </p:custDataLst>
          </p:nvPr>
        </p:nvSpPr>
        <p:spPr>
          <a:xfrm>
            <a:off x="10493375" y="0"/>
            <a:ext cx="1698625" cy="1416050"/>
          </a:xfrm>
          <a:custGeom>
            <a:avLst/>
            <a:gdLst>
              <a:gd name="connsiteX0" fmla="*/ 245177 w 2478363"/>
              <a:gd name="connsiteY0" fmla="*/ 0 h 2064784"/>
              <a:gd name="connsiteX1" fmla="*/ 1332458 w 2478363"/>
              <a:gd name="connsiteY1" fmla="*/ 1 h 2064784"/>
              <a:gd name="connsiteX2" fmla="*/ 969061 w 2478363"/>
              <a:gd name="connsiteY2" fmla="*/ 363398 h 2064784"/>
              <a:gd name="connsiteX3" fmla="*/ 905436 w 2478363"/>
              <a:gd name="connsiteY3" fmla="*/ 987699 h 2064784"/>
              <a:gd name="connsiteX4" fmla="*/ 969061 w 2478363"/>
              <a:gd name="connsiteY4" fmla="*/ 1065590 h 2064784"/>
              <a:gd name="connsiteX5" fmla="*/ 1046951 w 2478363"/>
              <a:gd name="connsiteY5" fmla="*/ 1129215 h 2064784"/>
              <a:gd name="connsiteX6" fmla="*/ 1671253 w 2478363"/>
              <a:gd name="connsiteY6" fmla="*/ 1065589 h 2064784"/>
              <a:gd name="connsiteX7" fmla="*/ 2478363 w 2478363"/>
              <a:gd name="connsiteY7" fmla="*/ 258481 h 2064784"/>
              <a:gd name="connsiteX8" fmla="*/ 2478362 w 2478363"/>
              <a:gd name="connsiteY8" fmla="*/ 1436994 h 2064784"/>
              <a:gd name="connsiteX9" fmla="*/ 2233837 w 2478363"/>
              <a:gd name="connsiteY9" fmla="*/ 1681519 h 2064784"/>
              <a:gd name="connsiteX10" fmla="*/ 383266 w 2478363"/>
              <a:gd name="connsiteY10" fmla="*/ 1681519 h 2064784"/>
              <a:gd name="connsiteX11" fmla="*/ 215587 w 2478363"/>
              <a:gd name="connsiteY11" fmla="*/ 36224 h 2064784"/>
              <a:gd name="connsiteX12" fmla="*/ 245177 w 2478363"/>
              <a:gd name="connsiteY12" fmla="*/ 0 h 2064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78363" h="2064784">
                <a:moveTo>
                  <a:pt x="245177" y="0"/>
                </a:moveTo>
                <a:lnTo>
                  <a:pt x="1332458" y="1"/>
                </a:lnTo>
                <a:lnTo>
                  <a:pt x="969061" y="363398"/>
                </a:lnTo>
                <a:cubicBezTo>
                  <a:pt x="799394" y="533064"/>
                  <a:pt x="778186" y="794972"/>
                  <a:pt x="905436" y="987699"/>
                </a:cubicBezTo>
                <a:lnTo>
                  <a:pt x="969061" y="1065590"/>
                </a:lnTo>
                <a:lnTo>
                  <a:pt x="1046951" y="1129215"/>
                </a:lnTo>
                <a:cubicBezTo>
                  <a:pt x="1239678" y="1256464"/>
                  <a:pt x="1501586" y="1235256"/>
                  <a:pt x="1671253" y="1065589"/>
                </a:cubicBezTo>
                <a:lnTo>
                  <a:pt x="2478363" y="258481"/>
                </a:lnTo>
                <a:lnTo>
                  <a:pt x="2478362" y="1436994"/>
                </a:lnTo>
                <a:lnTo>
                  <a:pt x="2233837" y="1681519"/>
                </a:lnTo>
                <a:cubicBezTo>
                  <a:pt x="1722816" y="2192540"/>
                  <a:pt x="894287" y="2192540"/>
                  <a:pt x="383266" y="1681519"/>
                </a:cubicBezTo>
                <a:cubicBezTo>
                  <a:pt x="-63877" y="1234376"/>
                  <a:pt x="-119770" y="544141"/>
                  <a:pt x="215587" y="36224"/>
                </a:cubicBezTo>
                <a:lnTo>
                  <a:pt x="245177" y="0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8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83.xml"/><Relationship Id="rId2" Type="http://schemas.openxmlformats.org/officeDocument/2006/relationships/image" Target="../media/image2.png"/><Relationship Id="rId1" Type="http://schemas.openxmlformats.org/officeDocument/2006/relationships/tags" Target="../tags/tag8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85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84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87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tags" Target="../tags/tag86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89.xml"/><Relationship Id="rId2" Type="http://schemas.openxmlformats.org/officeDocument/2006/relationships/image" Target="../media/image9.png"/><Relationship Id="rId1" Type="http://schemas.openxmlformats.org/officeDocument/2006/relationships/tags" Target="../tags/tag88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91.xml"/><Relationship Id="rId2" Type="http://schemas.openxmlformats.org/officeDocument/2006/relationships/image" Target="../media/image10.png"/><Relationship Id="rId1" Type="http://schemas.openxmlformats.org/officeDocument/2006/relationships/tags" Target="../tags/tag90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93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tags" Target="../tags/tag92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95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tags" Target="../tags/tag9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97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tags" Target="../tags/tag96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99.xml"/><Relationship Id="rId2" Type="http://schemas.openxmlformats.org/officeDocument/2006/relationships/image" Target="../media/image18.png"/><Relationship Id="rId1" Type="http://schemas.openxmlformats.org/officeDocument/2006/relationships/tags" Target="../tags/tag98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100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/>
          <p:cNvSpPr/>
          <p:nvPr/>
        </p:nvSpPr>
        <p:spPr>
          <a:xfrm>
            <a:off x="1222364" y="1872606"/>
            <a:ext cx="9747262" cy="2300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51535" y="2697480"/>
            <a:ext cx="10489565" cy="11614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5400" b="1" kern="0" spc="-650" dirty="0">
                <a:solidFill>
                  <a:srgbClr val="376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多 </a:t>
            </a:r>
            <a:r>
              <a:rPr lang="en-US" altLang="zh-CN" sz="5400" b="1" kern="0" spc="-650" dirty="0">
                <a:solidFill>
                  <a:srgbClr val="376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 I </a:t>
            </a:r>
            <a:r>
              <a:rPr lang="zh-CN" altLang="en-US" sz="5400" b="1" kern="0" spc="-650" dirty="0">
                <a:solidFill>
                  <a:srgbClr val="376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赋 能的人 机 协 作 研 讨 决 策 平 台</a:t>
            </a:r>
            <a:endParaRPr lang="zh-CN" altLang="en-US" sz="5400" b="1" kern="0" spc="-650" dirty="0">
              <a:solidFill>
                <a:srgbClr val="376F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361055" y="4661535"/>
            <a:ext cx="60344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指导教师：程絮森、杨波</a:t>
            </a:r>
            <a:endParaRPr lang="zh-CN" altLang="en-US" sz="2000" b="1" dirty="0"/>
          </a:p>
          <a:p>
            <a:pPr algn="ctr"/>
            <a:r>
              <a:rPr lang="zh-CN" altLang="en-US" sz="2000" b="1" dirty="0"/>
              <a:t>     </a:t>
            </a:r>
            <a:endParaRPr lang="zh-CN" altLang="en-US" sz="2000" b="1" dirty="0"/>
          </a:p>
          <a:p>
            <a:pPr algn="l"/>
            <a:r>
              <a:rPr lang="zh-CN" altLang="en-US" sz="2000" b="1" dirty="0"/>
              <a:t>团队成员：顾张彤、刘承枭、王燚、王志超、胡君楠</a:t>
            </a:r>
            <a:r>
              <a:rPr lang="zh-CN" altLang="en-US" dirty="0"/>
              <a:t> </a:t>
            </a:r>
            <a:endParaRPr lang="zh-CN" altLang="en-US" dirty="0"/>
          </a:p>
        </p:txBody>
      </p:sp>
      <p:pic>
        <p:nvPicPr>
          <p:cNvPr id="2097152" name="图片 8" descr="(居中)(2)"/>
          <p:cNvPicPr>
            <a:picLocks noChangeAspect="1"/>
          </p:cNvPicPr>
          <p:nvPr/>
        </p:nvPicPr>
        <p:blipFill>
          <a:blip r:embed="rId1"/>
          <a:srcRect t="29213" b="29602"/>
          <a:stretch>
            <a:fillRect/>
          </a:stretch>
        </p:blipFill>
        <p:spPr>
          <a:xfrm>
            <a:off x="4440555" y="172085"/>
            <a:ext cx="3210560" cy="18700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61055" y="5923280"/>
            <a:ext cx="54705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2025.11.13</a:t>
            </a:r>
            <a:endParaRPr lang="en-US" altLang="zh-CN" dirty="0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/>
              <a:t> 系统特色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8"/>
          <a:stretch>
            <a:fillRect/>
          </a:stretch>
        </p:blipFill>
        <p:spPr>
          <a:xfrm>
            <a:off x="6278450" y="1488578"/>
            <a:ext cx="5771882" cy="38808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文本框 10"/>
          <p:cNvSpPr txBox="1"/>
          <p:nvPr/>
        </p:nvSpPr>
        <p:spPr>
          <a:xfrm>
            <a:off x="385674" y="1447034"/>
            <a:ext cx="6759953" cy="558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376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多</a:t>
            </a:r>
            <a:r>
              <a:rPr lang="en-US" altLang="zh-CN" sz="2000" b="1" dirty="0">
                <a:solidFill>
                  <a:srgbClr val="376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2000" b="1" dirty="0">
                <a:solidFill>
                  <a:srgbClr val="376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接入与兼容性开发</a:t>
            </a:r>
            <a:endParaRPr lang="en-US" altLang="zh-CN" sz="2000" b="1" dirty="0">
              <a:solidFill>
                <a:srgbClr val="376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b="1" dirty="0">
                <a:latin typeface="黑体" panose="02010609060101010101" charset="-122"/>
                <a:ea typeface="黑体" panose="02010609060101010101" charset="-122"/>
              </a:rPr>
              <a:t>  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解决不同大模型的接口兼容性等技术难题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376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多场景决策协作流程构建</a:t>
            </a:r>
            <a:endParaRPr lang="en-US" altLang="zh-CN" sz="2000" b="1" dirty="0">
              <a:solidFill>
                <a:srgbClr val="376FFF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b="1" dirty="0">
                <a:latin typeface="黑体" panose="02010609060101010101" charset="-122"/>
                <a:ea typeface="黑体" panose="02010609060101010101" charset="-122"/>
              </a:rPr>
              <a:t>  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构建适用于学术、商业、政策等多场景的决策框架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376FFF"/>
                </a:solidFill>
                <a:latin typeface="微软雅黑" panose="020B0503020204020204" charset="-122"/>
                <a:ea typeface="微软雅黑" panose="020B0503020204020204" charset="-122"/>
              </a:rPr>
              <a:t>用户界面优化与交互体验提升</a:t>
            </a:r>
            <a:endParaRPr lang="en-US" altLang="zh-CN" sz="2000" b="1" dirty="0">
              <a:solidFill>
                <a:srgbClr val="376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zh-CN" altLang="zh-CN" dirty="0">
                <a:latin typeface="微软雅黑" panose="020B0503020204020204" charset="-122"/>
                <a:ea typeface="微软雅黑" panose="020B0503020204020204" charset="-122"/>
              </a:rPr>
              <a:t>通过界面重构降低用户操作复杂度，增强动态交互</a:t>
            </a:r>
            <a:endParaRPr lang="en-US" altLang="zh-CN" b="1" dirty="0">
              <a:effectLst/>
              <a:latin typeface="黑体" panose="02010609060101010101" charset="-122"/>
              <a:ea typeface="黑体" panose="0201060906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376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市场调研与用户测试</a:t>
            </a:r>
            <a:endParaRPr lang="en-US" altLang="zh-CN" sz="2000" b="1" dirty="0">
              <a:solidFill>
                <a:srgbClr val="376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黑体" panose="02010609060101010101" charset="-122"/>
                <a:ea typeface="黑体" panose="02010609060101010101" charset="-122"/>
              </a:rPr>
              <a:t>  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收集企业、学术机构等目标用户反馈，迭代平台功能</a:t>
            </a:r>
            <a:endParaRPr lang="en-US" altLang="zh-CN" b="1" dirty="0">
              <a:effectLst/>
              <a:latin typeface="黑体" panose="02010609060101010101" charset="-122"/>
              <a:ea typeface="黑体" panose="0201060906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376FFF"/>
                </a:solidFill>
                <a:latin typeface="微软雅黑" panose="020B0503020204020204" charset="-122"/>
                <a:ea typeface="微软雅黑" panose="020B0503020204020204" charset="-122"/>
              </a:rPr>
              <a:t>平台优化与推广</a:t>
            </a:r>
            <a:endParaRPr lang="en-US" altLang="zh-CN" sz="2000" b="1" dirty="0">
              <a:solidFill>
                <a:srgbClr val="376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zh-CN" altLang="zh-CN" dirty="0">
                <a:latin typeface="微软雅黑" panose="020B0503020204020204" charset="-122"/>
                <a:ea typeface="微软雅黑" panose="020B0503020204020204" charset="-122"/>
              </a:rPr>
              <a:t>进行平台优化与模型训练更新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，开展教学实训与推广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effectLst/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50000"/>
              </a:lnSpc>
            </a:pPr>
            <a:endParaRPr lang="zh-CN" altLang="en-US" dirty="0"/>
          </a:p>
          <a:p>
            <a:pPr>
              <a:buNone/>
            </a:pPr>
            <a:r>
              <a:rPr lang="zh-CN" altLang="en-US" sz="1800" b="1" dirty="0">
                <a:solidFill>
                  <a:srgbClr val="595959"/>
                </a:solidFill>
                <a:effectLst/>
                <a:latin typeface="黑体" panose="02010609060101010101" charset="-122"/>
                <a:ea typeface="黑体" panose="02010609060101010101" charset="-122"/>
              </a:rPr>
              <a:t> 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 登录注册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45" y="1659890"/>
            <a:ext cx="5537200" cy="353822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文本框 18"/>
          <p:cNvSpPr txBox="1"/>
          <p:nvPr/>
        </p:nvSpPr>
        <p:spPr>
          <a:xfrm>
            <a:off x="1083945" y="55987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输入用户名与密码进行登录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137400" y="5598795"/>
            <a:ext cx="4113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sym typeface="+mn-ea"/>
              </a:rPr>
              <a:t>输入用户名与密码进行注册</a:t>
            </a:r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040" y="1549400"/>
            <a:ext cx="5166360" cy="37585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 房间创建与管理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37185" y="6196965"/>
            <a:ext cx="4786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ym typeface="+mn-ea"/>
              </a:rPr>
              <a:t>输入房间号和密码进入对应房间或创建房间</a:t>
            </a:r>
            <a:endParaRPr lang="zh-CN" altLang="en-US">
              <a:sym typeface="+mn-ea"/>
            </a:endParaRPr>
          </a:p>
        </p:txBody>
      </p:sp>
      <p:pic>
        <p:nvPicPr>
          <p:cNvPr id="16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10" y="1127125"/>
            <a:ext cx="4051935" cy="2633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t="28691"/>
          <a:stretch>
            <a:fillRect/>
          </a:stretch>
        </p:blipFill>
        <p:spPr>
          <a:xfrm>
            <a:off x="562610" y="3903345"/>
            <a:ext cx="4095115" cy="2150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/>
          <p:cNvPicPr/>
          <p:nvPr/>
        </p:nvPicPr>
        <p:blipFill>
          <a:blip r:embed="rId4"/>
          <a:stretch>
            <a:fillRect/>
          </a:stretch>
        </p:blipFill>
        <p:spPr>
          <a:xfrm>
            <a:off x="4851400" y="1740535"/>
            <a:ext cx="3987165" cy="319532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5"/>
          <a:stretch>
            <a:fillRect/>
          </a:stretch>
        </p:blipFill>
        <p:spPr>
          <a:xfrm>
            <a:off x="8931275" y="1739900"/>
            <a:ext cx="2929890" cy="318389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248400" y="5842000"/>
            <a:ext cx="4786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sym typeface="+mn-ea"/>
              </a:rPr>
              <a:t>房间管理与进入</a:t>
            </a:r>
            <a:endParaRPr lang="zh-CN" altLang="en-US"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协作流程管理</a:t>
            </a:r>
            <a:endParaRPr lang="zh-CN" altLang="en-US">
              <a:sym typeface="+mn-ea"/>
            </a:endParaRPr>
          </a:p>
        </p:txBody>
      </p:sp>
      <p:pic>
        <p:nvPicPr>
          <p:cNvPr id="2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190" y="1308735"/>
            <a:ext cx="9404985" cy="40754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3061970" y="6235065"/>
            <a:ext cx="4737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通过大模型创建</a:t>
            </a:r>
            <a:r>
              <a:rPr lang="zh-CN" altLang="en-US">
                <a:sym typeface="+mn-ea"/>
              </a:rPr>
              <a:t>协作流程或者自由设计流程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协作房间界面</a:t>
            </a:r>
            <a:endParaRPr lang="zh-CN" altLang="en-US">
              <a:sym typeface="+mn-ea"/>
            </a:endParaRPr>
          </a:p>
        </p:txBody>
      </p:sp>
      <p:pic>
        <p:nvPicPr>
          <p:cNvPr id="18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490" y="1355725"/>
            <a:ext cx="9535160" cy="48120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2493645" y="6262370"/>
            <a:ext cx="665924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66700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主要界面有房间信息区，聊天框区，意见发表区和意见管理区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多</a:t>
            </a:r>
            <a:r>
              <a:rPr lang="en-US" altLang="zh-CN">
                <a:sym typeface="+mn-ea"/>
              </a:rPr>
              <a:t>AI</a:t>
            </a:r>
            <a:r>
              <a:rPr lang="zh-CN" altLang="en-US">
                <a:sym typeface="+mn-ea"/>
              </a:rPr>
              <a:t>研讨</a:t>
            </a:r>
            <a:endParaRPr lang="zh-CN" altLang="en-US">
              <a:sym typeface="+mn-ea"/>
            </a:endParaRPr>
          </a:p>
        </p:txBody>
      </p:sp>
      <p:pic>
        <p:nvPicPr>
          <p:cNvPr id="20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" y="1558290"/>
            <a:ext cx="5509895" cy="291909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772160" y="4640580"/>
            <a:ext cx="50412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目前有文心一言、</a:t>
            </a:r>
            <a:r>
              <a:rPr lang="en-US" altLang="zh-CN"/>
              <a:t>deepseek V3</a:t>
            </a:r>
            <a:r>
              <a:rPr lang="zh-CN" altLang="en-US"/>
              <a:t>、</a:t>
            </a:r>
            <a:r>
              <a:rPr lang="en-US" altLang="zh-CN"/>
              <a:t>KIMI</a:t>
            </a:r>
            <a:r>
              <a:rPr lang="zh-CN" altLang="en-US"/>
              <a:t>、</a:t>
            </a:r>
            <a:r>
              <a:rPr lang="en-US" altLang="zh-CN"/>
              <a:t>Qwen3</a:t>
            </a:r>
            <a:r>
              <a:rPr lang="zh-CN" altLang="en-US"/>
              <a:t>、</a:t>
            </a:r>
            <a:r>
              <a:rPr lang="en-US" altLang="zh-CN"/>
              <a:t>GLM4</a:t>
            </a:r>
            <a:r>
              <a:rPr lang="zh-CN" altLang="en-US"/>
              <a:t>、</a:t>
            </a:r>
            <a:r>
              <a:rPr lang="en-US" altLang="zh-CN"/>
              <a:t>LLAMA4</a:t>
            </a:r>
            <a:r>
              <a:rPr lang="zh-CN" altLang="en-US"/>
              <a:t>六个大模型可供选择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339840" y="4747260"/>
            <a:ext cx="5273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头脑风暴按钮，多个</a:t>
            </a:r>
            <a:r>
              <a:rPr lang="en-US" altLang="zh-CN"/>
              <a:t>AI</a:t>
            </a:r>
            <a:r>
              <a:rPr lang="zh-CN" altLang="en-US"/>
              <a:t>针对研讨主题提出相关观点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40" y="1719580"/>
            <a:ext cx="5564505" cy="27578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多</a:t>
            </a:r>
            <a:r>
              <a:rPr lang="en-US" altLang="zh-CN">
                <a:sym typeface="+mn-ea"/>
              </a:rPr>
              <a:t>AI</a:t>
            </a:r>
            <a:r>
              <a:rPr lang="zh-CN" altLang="en-US">
                <a:sym typeface="+mn-ea"/>
              </a:rPr>
              <a:t>研讨</a:t>
            </a:r>
            <a:endParaRPr lang="zh-CN" altLang="en-US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60" y="1294765"/>
            <a:ext cx="4973320" cy="42945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020" y="1581150"/>
            <a:ext cx="3629660" cy="29540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715" y="1532255"/>
            <a:ext cx="3398520" cy="330835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观点分类筛选</a:t>
            </a:r>
            <a:endParaRPr lang="zh-CN" altLang="en-US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77357" y="5823585"/>
            <a:ext cx="5080000" cy="3683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添加观点类别，可以把观点分配到对应的类别中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1137920"/>
            <a:ext cx="9563100" cy="263842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450" y="3834130"/>
            <a:ext cx="9511030" cy="15386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观点投票打分</a:t>
            </a:r>
            <a:endParaRPr lang="zh-CN" altLang="en-US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0970" y="6156960"/>
            <a:ext cx="941006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所有观点生成后，房间创建者点击开始投票，参与成员可以对所有观点进行打分并排序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175" y="1080135"/>
            <a:ext cx="7188200" cy="496379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02920" y="1468755"/>
            <a:ext cx="4993005" cy="29057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开发了多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AI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协作系统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AI DISCUSSION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获批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项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软件著作权。</a:t>
            </a:r>
            <a:endParaRPr lang="zh-CN" altLang="zh-CN" sz="20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zh-CN" sz="20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已经在新生研讨课（本科）、数字经济与数字化转型（硕士）、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IT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战略与商业模式创新（博士）等课程中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应用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​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前期项目成果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1475" y="191135"/>
            <a:ext cx="4085590" cy="30632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475" y="3627120"/>
            <a:ext cx="4052570" cy="303847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380" y="4474210"/>
            <a:ext cx="1555750" cy="20878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6110" y="4474210"/>
            <a:ext cx="1544955" cy="207772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5"/>
  <p:tag name="KSO_WM_UNIT_LAYERLEVEL" val="1"/>
  <p:tag name="KSO_WM_TAG_VERSION" val="3.0"/>
  <p:tag name="KSO_WM_BEAUTIFY_FLAG" val="#wm#"/>
  <p:tag name="KSO_WM_UNIT_PRESET_TEXT" val="公司名占位符"/>
  <p:tag name="KSO_WM_UNIT_NOCLEAR" val="0"/>
  <p:tag name="KSO_WM_UNIT_VALUE" val="11"/>
  <p:tag name="KSO_WM_UNIT_TYPE" val="f"/>
  <p:tag name="KSO_WM_UNIT_INDEX" val="5"/>
  <p:tag name="KSO_WM_UNIT_SUBTYPE" val="g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6"/>
  <p:tag name="KSO_WM_UNIT_LAYERLEVEL" val="1"/>
  <p:tag name="KSO_WM_TAG_VERSION" val="3.0"/>
  <p:tag name="KSO_WM_BEAUTIFY_FLAG" val="#wm#"/>
  <p:tag name="KSO_WM_UNIT_PRESET_TEXT" val="公司名占位符"/>
  <p:tag name="KSO_WM_UNIT_NOCLEAR" val="0"/>
  <p:tag name="KSO_WM_UNIT_VALUE" val="10"/>
  <p:tag name="KSO_WM_UNIT_TYPE" val="f"/>
  <p:tag name="KSO_WM_UNIT_INDEX" val="6"/>
  <p:tag name="KSO_WM_UNIT_SUBTYPE" val="g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8599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8599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80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599"/>
  <p:tag name="KSO_WM_TEMPLATE_THUMBS_INDEX" val="1、9"/>
</p:tagLst>
</file>

<file path=ppt/tags/tag81.xml><?xml version="1.0" encoding="utf-8"?>
<p:tagLst xmlns:p="http://schemas.openxmlformats.org/presentationml/2006/main">
  <p:tag name="KSO_WM_SLIDE_ID" val="custom20238599_6"/>
  <p:tag name="KSO_WM_TEMPLATE_SUBCATEGORY" val="29"/>
  <p:tag name="KSO_WM_TEMPLATE_MASTER_TYPE" val="0"/>
  <p:tag name="KSO_WM_TEMPLATE_COLOR_TYPE" val="0"/>
  <p:tag name="KSO_WM_SLIDE_ITEM_CNT" val="6"/>
  <p:tag name="KSO_WM_SLIDE_INDEX" val="6"/>
  <p:tag name="KSO_WM_TAG_VERSION" val="3.0"/>
  <p:tag name="KSO_WM_BEAUTIFY_FLAG" val="#wm#"/>
  <p:tag name="KSO_WM_TEMPLATE_CATEGORY" val="custom"/>
  <p:tag name="KSO_WM_TEMPLATE_INDEX" val="20238599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651_1*a*1"/>
  <p:tag name="KSO_WM_TEMPLATE_CATEGORY" val="custom"/>
  <p:tag name="KSO_WM_TEMPLATE_INDEX" val="20231651"/>
  <p:tag name="KSO_WM_UNIT_LAYERLEVEL" val="1"/>
  <p:tag name="KSO_WM_TAG_VERSION" val="3.0"/>
  <p:tag name="KSO_WM_BEAUTIFY_FLAG" val="#wm#"/>
  <p:tag name="KSO_WM_UNIT_VALUE" val="30"/>
  <p:tag name="KSO_WM_DIAGRAM_GROUP_CODE" val="l1-1"/>
  <p:tag name="KSO_WM_UNIT_PRESET_TEXT" val="单击此处添加标题"/>
  <p:tag name="KSO_WM_UNIT_TEXT_TYPE" val="1"/>
</p:tagLst>
</file>

<file path=ppt/tags/tag83.xml><?xml version="1.0" encoding="utf-8"?>
<p:tagLst xmlns:p="http://schemas.openxmlformats.org/presentationml/2006/main">
  <p:tag name="KSO_WM_SLIDE_ID" val="custom20231651_1"/>
  <p:tag name="KSO_WM_TEMPLATE_SUBCATEGORY" val="0"/>
  <p:tag name="KSO_WM_TEMPLATE_MASTER_TYPE" val="0"/>
  <p:tag name="KSO_WM_TEMPLATE_COLOR_TYPE" val="0"/>
  <p:tag name="KSO_WM_SLIDE_ITEM_CNT" val="2"/>
  <p:tag name="KSO_WM_SLIDE_INDEX" val="1"/>
  <p:tag name="KSO_WM_TAG_VERSION" val="3.0"/>
  <p:tag name="KSO_WM_BEAUTIFY_FLAG" val="#wm#"/>
  <p:tag name="KSO_WM_TEMPLATE_CATEGORY" val="custom"/>
  <p:tag name="KSO_WM_TEMPLATE_INDEX" val="20231651"/>
  <p:tag name="KSO_WM_SLIDE_TYPE" val="text"/>
  <p:tag name="KSO_WM_SLIDE_SUBTYPE" val="picTxt"/>
  <p:tag name="KSO_WM_SLIDE_SIZE" val="408.225*360.15"/>
  <p:tag name="KSO_WM_SLIDE_POSITION" val="48.675*132.6"/>
  <p:tag name="KSO_WM_SLIDE_LAYOUT" val="a_α_l"/>
  <p:tag name="KSO_WM_SLIDE_LAYOUT_CNT" val="1_1_1"/>
  <p:tag name="KSO_WM_SPECIAL_SOURCE" val="bdnull"/>
  <p:tag name="KSO_WM_DIAGRAM_GROUP_CODE" val="l1-1"/>
  <p:tag name="KSO_WM_SLIDE_DIAGTYPE" val="l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261_1*a*1"/>
  <p:tag name="KSO_WM_TEMPLATE_CATEGORY" val="diagram"/>
  <p:tag name="KSO_WM_TEMPLATE_INDEX" val="20233261"/>
  <p:tag name="KSO_WM_UNIT_LAYERLEVEL" val="1"/>
  <p:tag name="KSO_WM_TAG_VERSION" val="3.0"/>
  <p:tag name="KSO_WM_BEAUTIFY_FLAG" val="#wm#"/>
  <p:tag name="KSO_WM_DIAGRAM_GROUP_CODE" val="n1-1"/>
  <p:tag name="KSO_WM_UNIT_TEXT_TYPE" val="1"/>
  <p:tag name="KSO_WM_UNIT_PRESET_TEXT" val="单击此处添加标题"/>
</p:tagLst>
</file>

<file path=ppt/tags/tag85.xml><?xml version="1.0" encoding="utf-8"?>
<p:tagLst xmlns:p="http://schemas.openxmlformats.org/presentationml/2006/main">
  <p:tag name="KSO_WM_SLIDE_ID" val="diagram20233261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diagram"/>
  <p:tag name="KSO_WM_TEMPLATE_INDEX" val="20233261"/>
  <p:tag name="KSO_WM_SLIDE_TYPE" val="text"/>
  <p:tag name="KSO_WM_SLIDE_SUBTYPE" val="diag"/>
  <p:tag name="KSO_WM_SLIDE_SIZE" val="688.433*388.346"/>
  <p:tag name="KSO_WM_SLIDE_POSITION" val="210.47*118.237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261_1*a*1"/>
  <p:tag name="KSO_WM_TEMPLATE_CATEGORY" val="diagram"/>
  <p:tag name="KSO_WM_TEMPLATE_INDEX" val="20233261"/>
  <p:tag name="KSO_WM_UNIT_LAYERLEVEL" val="1"/>
  <p:tag name="KSO_WM_TAG_VERSION" val="3.0"/>
  <p:tag name="KSO_WM_BEAUTIFY_FLAG" val="#wm#"/>
  <p:tag name="KSO_WM_DIAGRAM_GROUP_CODE" val="n1-1"/>
  <p:tag name="KSO_WM_UNIT_TEXT_TYPE" val="1"/>
  <p:tag name="KSO_WM_UNIT_PRESET_TEXT" val="单击此处添加标题"/>
</p:tagLst>
</file>

<file path=ppt/tags/tag87.xml><?xml version="1.0" encoding="utf-8"?>
<p:tagLst xmlns:p="http://schemas.openxmlformats.org/presentationml/2006/main">
  <p:tag name="KSO_WM_SLIDE_ID" val="diagram20233261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diagram"/>
  <p:tag name="KSO_WM_TEMPLATE_INDEX" val="20233261"/>
  <p:tag name="KSO_WM_SLIDE_TYPE" val="text"/>
  <p:tag name="KSO_WM_SLIDE_SUBTYPE" val="diag"/>
  <p:tag name="KSO_WM_SLIDE_SIZE" val="688.433*388.346"/>
  <p:tag name="KSO_WM_SLIDE_POSITION" val="210.47*118.237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261_1*a*1"/>
  <p:tag name="KSO_WM_TEMPLATE_CATEGORY" val="diagram"/>
  <p:tag name="KSO_WM_TEMPLATE_INDEX" val="20233261"/>
  <p:tag name="KSO_WM_UNIT_LAYERLEVEL" val="1"/>
  <p:tag name="KSO_WM_TAG_VERSION" val="3.0"/>
  <p:tag name="KSO_WM_BEAUTIFY_FLAG" val="#wm#"/>
  <p:tag name="KSO_WM_DIAGRAM_GROUP_CODE" val="n1-1"/>
  <p:tag name="KSO_WM_UNIT_TEXT_TYPE" val="1"/>
  <p:tag name="KSO_WM_UNIT_PRESET_TEXT" val="单击此处添加标题"/>
</p:tagLst>
</file>

<file path=ppt/tags/tag89.xml><?xml version="1.0" encoding="utf-8"?>
<p:tagLst xmlns:p="http://schemas.openxmlformats.org/presentationml/2006/main">
  <p:tag name="KSO_WM_SLIDE_ID" val="diagram20233261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diagram"/>
  <p:tag name="KSO_WM_TEMPLATE_INDEX" val="20233261"/>
  <p:tag name="KSO_WM_SLIDE_TYPE" val="text"/>
  <p:tag name="KSO_WM_SLIDE_SUBTYPE" val="diag"/>
  <p:tag name="KSO_WM_SLIDE_SIZE" val="688.433*388.346"/>
  <p:tag name="KSO_WM_SLIDE_POSITION" val="210.47*118.237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9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261_1*a*1"/>
  <p:tag name="KSO_WM_TEMPLATE_CATEGORY" val="diagram"/>
  <p:tag name="KSO_WM_TEMPLATE_INDEX" val="20233261"/>
  <p:tag name="KSO_WM_UNIT_LAYERLEVEL" val="1"/>
  <p:tag name="KSO_WM_TAG_VERSION" val="3.0"/>
  <p:tag name="KSO_WM_BEAUTIFY_FLAG" val="#wm#"/>
  <p:tag name="KSO_WM_DIAGRAM_GROUP_CODE" val="n1-1"/>
  <p:tag name="KSO_WM_UNIT_TEXT_TYPE" val="1"/>
  <p:tag name="KSO_WM_UNIT_PRESET_TEXT" val="单击此处添加标题"/>
</p:tagLst>
</file>

<file path=ppt/tags/tag91.xml><?xml version="1.0" encoding="utf-8"?>
<p:tagLst xmlns:p="http://schemas.openxmlformats.org/presentationml/2006/main">
  <p:tag name="KSO_WM_SLIDE_ID" val="diagram20233261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diagram"/>
  <p:tag name="KSO_WM_TEMPLATE_INDEX" val="20233261"/>
  <p:tag name="KSO_WM_SLIDE_TYPE" val="text"/>
  <p:tag name="KSO_WM_SLIDE_SUBTYPE" val="diag"/>
  <p:tag name="KSO_WM_SLIDE_SIZE" val="688.433*388.346"/>
  <p:tag name="KSO_WM_SLIDE_POSITION" val="210.47*118.237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261_1*a*1"/>
  <p:tag name="KSO_WM_TEMPLATE_CATEGORY" val="diagram"/>
  <p:tag name="KSO_WM_TEMPLATE_INDEX" val="20233261"/>
  <p:tag name="KSO_WM_UNIT_LAYERLEVEL" val="1"/>
  <p:tag name="KSO_WM_TAG_VERSION" val="3.0"/>
  <p:tag name="KSO_WM_BEAUTIFY_FLAG" val="#wm#"/>
  <p:tag name="KSO_WM_DIAGRAM_GROUP_CODE" val="n1-1"/>
  <p:tag name="KSO_WM_UNIT_TEXT_TYPE" val="1"/>
  <p:tag name="KSO_WM_UNIT_PRESET_TEXT" val="单击此处添加标题"/>
</p:tagLst>
</file>

<file path=ppt/tags/tag93.xml><?xml version="1.0" encoding="utf-8"?>
<p:tagLst xmlns:p="http://schemas.openxmlformats.org/presentationml/2006/main">
  <p:tag name="KSO_WM_SLIDE_ID" val="diagram20233261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diagram"/>
  <p:tag name="KSO_WM_TEMPLATE_INDEX" val="20233261"/>
  <p:tag name="KSO_WM_SLIDE_TYPE" val="text"/>
  <p:tag name="KSO_WM_SLIDE_SUBTYPE" val="diag"/>
  <p:tag name="KSO_WM_SLIDE_SIZE" val="688.433*388.346"/>
  <p:tag name="KSO_WM_SLIDE_POSITION" val="210.47*118.237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261_1*a*1"/>
  <p:tag name="KSO_WM_TEMPLATE_CATEGORY" val="diagram"/>
  <p:tag name="KSO_WM_TEMPLATE_INDEX" val="20233261"/>
  <p:tag name="KSO_WM_UNIT_LAYERLEVEL" val="1"/>
  <p:tag name="KSO_WM_TAG_VERSION" val="3.0"/>
  <p:tag name="KSO_WM_BEAUTIFY_FLAG" val="#wm#"/>
  <p:tag name="KSO_WM_DIAGRAM_GROUP_CODE" val="n1-1"/>
  <p:tag name="KSO_WM_UNIT_TEXT_TYPE" val="1"/>
  <p:tag name="KSO_WM_UNIT_PRESET_TEXT" val="单击此处添加标题"/>
</p:tagLst>
</file>

<file path=ppt/tags/tag95.xml><?xml version="1.0" encoding="utf-8"?>
<p:tagLst xmlns:p="http://schemas.openxmlformats.org/presentationml/2006/main">
  <p:tag name="KSO_WM_SLIDE_ID" val="diagram20233261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diagram"/>
  <p:tag name="KSO_WM_TEMPLATE_INDEX" val="20233261"/>
  <p:tag name="KSO_WM_SLIDE_TYPE" val="text"/>
  <p:tag name="KSO_WM_SLIDE_SUBTYPE" val="diag"/>
  <p:tag name="KSO_WM_SLIDE_SIZE" val="688.433*388.346"/>
  <p:tag name="KSO_WM_SLIDE_POSITION" val="210.47*118.237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9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261_1*a*1"/>
  <p:tag name="KSO_WM_TEMPLATE_CATEGORY" val="diagram"/>
  <p:tag name="KSO_WM_TEMPLATE_INDEX" val="20233261"/>
  <p:tag name="KSO_WM_UNIT_LAYERLEVEL" val="1"/>
  <p:tag name="KSO_WM_TAG_VERSION" val="3.0"/>
  <p:tag name="KSO_WM_BEAUTIFY_FLAG" val="#wm#"/>
  <p:tag name="KSO_WM_DIAGRAM_GROUP_CODE" val="n1-1"/>
  <p:tag name="KSO_WM_UNIT_TEXT_TYPE" val="1"/>
  <p:tag name="KSO_WM_UNIT_PRESET_TEXT" val="单击此处添加标题"/>
</p:tagLst>
</file>

<file path=ppt/tags/tag97.xml><?xml version="1.0" encoding="utf-8"?>
<p:tagLst xmlns:p="http://schemas.openxmlformats.org/presentationml/2006/main">
  <p:tag name="KSO_WM_SLIDE_ID" val="diagram20233261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diagram"/>
  <p:tag name="KSO_WM_TEMPLATE_INDEX" val="20233261"/>
  <p:tag name="KSO_WM_SLIDE_TYPE" val="text"/>
  <p:tag name="KSO_WM_SLIDE_SUBTYPE" val="diag"/>
  <p:tag name="KSO_WM_SLIDE_SIZE" val="688.433*388.346"/>
  <p:tag name="KSO_WM_SLIDE_POSITION" val="210.47*118.237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9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261_1*a*1"/>
  <p:tag name="KSO_WM_TEMPLATE_CATEGORY" val="diagram"/>
  <p:tag name="KSO_WM_TEMPLATE_INDEX" val="20233261"/>
  <p:tag name="KSO_WM_UNIT_LAYERLEVEL" val="1"/>
  <p:tag name="KSO_WM_TAG_VERSION" val="3.0"/>
  <p:tag name="KSO_WM_BEAUTIFY_FLAG" val="#wm#"/>
  <p:tag name="KSO_WM_DIAGRAM_GROUP_CODE" val="n1-1"/>
  <p:tag name="KSO_WM_UNIT_TEXT_TYPE" val="1"/>
  <p:tag name="KSO_WM_UNIT_PRESET_TEXT" val="单击此处添加标题"/>
</p:tagLst>
</file>

<file path=ppt/tags/tag99.xml><?xml version="1.0" encoding="utf-8"?>
<p:tagLst xmlns:p="http://schemas.openxmlformats.org/presentationml/2006/main">
  <p:tag name="KSO_WM_SLIDE_ID" val="diagram20233261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diagram"/>
  <p:tag name="KSO_WM_TEMPLATE_INDEX" val="20233261"/>
  <p:tag name="KSO_WM_SLIDE_TYPE" val="text"/>
  <p:tag name="KSO_WM_SLIDE_SUBTYPE" val="diag"/>
  <p:tag name="KSO_WM_SLIDE_SIZE" val="688.433*388.346"/>
  <p:tag name="KSO_WM_SLIDE_POSITION" val="210.47*118.237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100.xml><?xml version="1.0" encoding="utf-8"?>
<p:tagLst xmlns:p="http://schemas.openxmlformats.org/presentationml/2006/main">
  <p:tag name="KSO_WM_SLIDE_ID" val="diagram20234728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SLIDE_SIZE" val="754.575*318.25"/>
  <p:tag name="KSO_WM_SLIDE_POSITION" val="103.041*127.25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4728"/>
  <p:tag name="KSO_WM_SLIDE_LAYOUT" val="a_l"/>
  <p:tag name="KSO_WM_SLIDE_LAYOUT_CNT" val="1_1"/>
  <p:tag name="KSO_WM_SPECIAL_SOURCE" val="bdnull"/>
</p:tagLst>
</file>

<file path=ppt/theme/theme1.xml><?xml version="1.0" encoding="utf-8"?>
<a:theme xmlns:a="http://schemas.openxmlformats.org/drawingml/2006/main" name="简约风浅色背景职场办公">
  <a:themeElements>
    <a:clrScheme name="简约风浅色背景">
      <a:dk1>
        <a:srgbClr val="000000"/>
      </a:dk1>
      <a:lt1>
        <a:srgbClr val="FFFFFF"/>
      </a:lt1>
      <a:dk2>
        <a:srgbClr val="001548"/>
      </a:dk2>
      <a:lt2>
        <a:srgbClr val="E5ECFF"/>
      </a:lt2>
      <a:accent1>
        <a:srgbClr val="376FFF"/>
      </a:accent1>
      <a:accent2>
        <a:srgbClr val="37AAFF"/>
      </a:accent2>
      <a:accent3>
        <a:srgbClr val="00CAEE"/>
      </a:accent3>
      <a:accent4>
        <a:srgbClr val="00C8B3"/>
      </a:accent4>
      <a:accent5>
        <a:srgbClr val="00DC87"/>
      </a:accent5>
      <a:accent6>
        <a:srgbClr val="00D213"/>
      </a:accent6>
      <a:hlink>
        <a:srgbClr val="304FFE"/>
      </a:hlink>
      <a:folHlink>
        <a:srgbClr val="492067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633</Words>
  <Application>WPS 演示</Application>
  <PresentationFormat>宽屏</PresentationFormat>
  <Paragraphs>74</Paragraphs>
  <Slides>11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Arial</vt:lpstr>
      <vt:lpstr>华文楷体</vt:lpstr>
      <vt:lpstr>微软雅黑</vt:lpstr>
      <vt:lpstr>黑体</vt:lpstr>
      <vt:lpstr>Times New Roman</vt:lpstr>
      <vt:lpstr>Arial Unicode MS</vt:lpstr>
      <vt:lpstr>简约风浅色背景职场办公</vt:lpstr>
      <vt:lpstr>PowerPoint 演示文稿</vt:lpstr>
      <vt:lpstr> 系统特色</vt:lpstr>
      <vt:lpstr> 登录注册</vt:lpstr>
      <vt:lpstr> 房间创建与管理</vt:lpstr>
      <vt:lpstr>协作流程管理</vt:lpstr>
      <vt:lpstr>协作房间界面</vt:lpstr>
      <vt:lpstr>多AI研讨</vt:lpstr>
      <vt:lpstr>多AI研讨</vt:lpstr>
      <vt:lpstr>观点分类筛选</vt:lpstr>
      <vt:lpstr>观点投票打分</vt:lpstr>
      <vt:lpstr>前期项目成果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WPS_1694839156</cp:lastModifiedBy>
  <cp:revision>149</cp:revision>
  <dcterms:created xsi:type="dcterms:W3CDTF">2025-04-23T08:24:00Z</dcterms:created>
  <dcterms:modified xsi:type="dcterms:W3CDTF">2026-01-14T06:56:48Z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/>
  </property>
</Properties>
</file>